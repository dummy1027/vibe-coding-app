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A5B36"/>
          </a:solidFill>
          <a:ln w="12700">
            <a:solidFill>
              <a:srgbClr val="EA5B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spc="120" kern="0" dirty="0">
                <a:solidFill>
                  <a:srgbClr val="5272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BUSAN GIFTED EDUCATION INSTITUTE  |  TEAM ROLE MATCHING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881360" y="643737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배도훈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EA5B3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EA5B3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-1143000"/>
            <a:ext cx="5303520" cy="5303520"/>
          </a:xfrm>
          <a:prstGeom prst="arc">
            <a:avLst/>
          </a:prstGeom>
          <a:solidFill>
            <a:srgbClr val="F5F1E8">
              <a:alpha val="0"/>
            </a:srgbClr>
          </a:solidFill>
          <a:ln w="355600">
            <a:solidFill>
              <a:srgbClr val="DDEFEF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98280" y="91440"/>
            <a:ext cx="3017520" cy="3017520"/>
          </a:xfrm>
          <a:prstGeom prst="arc">
            <a:avLst/>
          </a:prstGeom>
          <a:solidFill>
            <a:srgbClr val="F5F1E8">
              <a:alpha val="0"/>
            </a:srgbClr>
          </a:solidFill>
          <a:ln w="101600">
            <a:solidFill>
              <a:srgbClr val="EA5B36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858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EA5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DISCRETE MATH x VIBE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3504" y="1143000"/>
            <a:ext cx="7680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 최적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매칭 서비스 개발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67512" y="2816352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이분 그래프 알고리즘과 AI 바이브 코딩을 활용한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 맞춤형 역할 분담 웹 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7512" y="3767328"/>
            <a:ext cx="4041648" cy="0"/>
          </a:xfrm>
          <a:prstGeom prst="line">
            <a:avLst/>
          </a:prstGeom>
          <a:noFill/>
          <a:ln w="27940">
            <a:solidFill>
              <a:srgbClr val="EA5B36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67512" y="40416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부산광역시교육청정보영재교육원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7512" y="43525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발표자  배도훈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47888" y="3822192"/>
            <a:ext cx="1234440" cy="411480"/>
          </a:xfrm>
          <a:prstGeom prst="roundRect">
            <a:avLst>
              <a:gd name="adj" fmla="val 26667"/>
            </a:avLst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47888" y="38404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 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47888" y="4645152"/>
            <a:ext cx="1234440" cy="411480"/>
          </a:xfrm>
          <a:prstGeom prst="roundRect">
            <a:avLst>
              <a:gd name="adj" fmla="val 26667"/>
            </a:avLst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46634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 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287000" y="3822192"/>
            <a:ext cx="1234440" cy="411480"/>
          </a:xfrm>
          <a:prstGeom prst="roundRect">
            <a:avLst>
              <a:gd name="adj" fmla="val 26667"/>
            </a:avLst>
          </a:prstGeom>
          <a:solidFill>
            <a:srgbClr val="EA5B36"/>
          </a:solidFill>
          <a:ln w="12700">
            <a:solidFill>
              <a:srgbClr val="EA5B3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87000" y="38404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287000" y="4645152"/>
            <a:ext cx="1234440" cy="411480"/>
          </a:xfrm>
          <a:prstGeom prst="roundRect">
            <a:avLst>
              <a:gd name="adj" fmla="val 26667"/>
            </a:avLst>
          </a:prstGeom>
          <a:solidFill>
            <a:srgbClr val="EA5B36"/>
          </a:solidFill>
          <a:ln w="12700">
            <a:solidFill>
              <a:srgbClr val="EA5B3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87000" y="46634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482328" y="4023360"/>
            <a:ext cx="804672" cy="822960"/>
          </a:xfrm>
          <a:prstGeom prst="line">
            <a:avLst/>
          </a:prstGeom>
          <a:noFill/>
          <a:ln w="22860">
            <a:solidFill>
              <a:srgbClr val="087E8B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482328" y="4846320"/>
            <a:ext cx="804672" cy="-822960"/>
          </a:xfrm>
          <a:prstGeom prst="line">
            <a:avLst/>
          </a:prstGeom>
          <a:noFill/>
          <a:ln w="22860">
            <a:solidFill>
              <a:srgbClr val="EA5B36"/>
            </a:solidFill>
            <a:prstDash val="solid"/>
            <a:headEnd type="none"/>
            <a:tailEnd type="non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EA5B3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EA5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WHY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분담은 왜 늘 어려울까?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2618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일상적인 팀 활동의 갈등을 수학적 문제로 바라보았습니다.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37560" cy="2926080"/>
          </a:xfrm>
          <a:prstGeom prst="roundRect">
            <a:avLst>
              <a:gd name="adj" fmla="val 6250"/>
            </a:avLst>
          </a:prstGeom>
          <a:solidFill>
            <a:srgbClr val="FBE4DC"/>
          </a:solidFill>
          <a:ln w="12700">
            <a:solidFill>
              <a:srgbClr val="FBE4DC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677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A5B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불만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원하지 않는 역할을 맡거나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인원에게 업무가 쏠립니다.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34840" y="1965960"/>
            <a:ext cx="3337560" cy="2926080"/>
          </a:xfrm>
          <a:prstGeom prst="roundRect">
            <a:avLst>
              <a:gd name="adj" fmla="val 6250"/>
            </a:avLst>
          </a:prstGeom>
          <a:solidFill>
            <a:srgbClr val="DDEFEF"/>
          </a:solidFill>
          <a:ln w="12700">
            <a:solidFill>
              <a:srgbClr val="DDEFE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2677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E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9160" y="2788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비효율적 배분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342900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순서대로 배정하면 뒤에 남은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팀원의 선택지가 급격히 줄어듭니다.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1965960"/>
            <a:ext cx="3337560" cy="2926080"/>
          </a:xfrm>
          <a:prstGeom prst="roundRect">
            <a:avLst>
              <a:gd name="adj" fmla="val 6250"/>
            </a:avLst>
          </a:prstGeom>
          <a:solidFill>
            <a:srgbClr val="EEF1D6"/>
          </a:solidFill>
          <a:ln w="12700">
            <a:solidFill>
              <a:srgbClr val="EEF1D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22677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68A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0" y="2788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지연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03920" y="342900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모두의 조건을 만족하는 조합을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사람이 직접 찾기 어렵습니다.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1248" y="544068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질문  |  “각 팀원에게 가능한 역할을 하나씩, 빠짐없이 배정할 수 있을까?”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EA5B3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EA5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MODELING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이분 그래프로 역할 선택을 표현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60120" y="18105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87E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V₁ : 팀원 집합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961120" y="18105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5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V₂ : 역할 집합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42032" y="2532888"/>
            <a:ext cx="5870448" cy="0"/>
          </a:xfrm>
          <a:prstGeom prst="line">
            <a:avLst/>
          </a:prstGeom>
          <a:noFill/>
          <a:ln w="17780">
            <a:solidFill>
              <a:srgbClr val="9FC8C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542032" y="2532888"/>
            <a:ext cx="5870448" cy="914400"/>
          </a:xfrm>
          <a:prstGeom prst="line">
            <a:avLst/>
          </a:prstGeom>
          <a:noFill/>
          <a:ln w="17780">
            <a:solidFill>
              <a:srgbClr val="9FC8C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542032" y="3447288"/>
            <a:ext cx="5870448" cy="0"/>
          </a:xfrm>
          <a:prstGeom prst="line">
            <a:avLst/>
          </a:prstGeom>
          <a:noFill/>
          <a:ln w="17780">
            <a:solidFill>
              <a:srgbClr val="9FC8C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542032" y="3447288"/>
            <a:ext cx="5870448" cy="914400"/>
          </a:xfrm>
          <a:prstGeom prst="line">
            <a:avLst/>
          </a:prstGeom>
          <a:noFill/>
          <a:ln w="17780">
            <a:solidFill>
              <a:srgbClr val="9FC8C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2542032" y="4361688"/>
            <a:ext cx="5870448" cy="-914400"/>
          </a:xfrm>
          <a:prstGeom prst="line">
            <a:avLst/>
          </a:prstGeom>
          <a:noFill/>
          <a:ln w="17780">
            <a:solidFill>
              <a:srgbClr val="9FC8C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542032" y="4361688"/>
            <a:ext cx="5870448" cy="0"/>
          </a:xfrm>
          <a:prstGeom prst="line">
            <a:avLst/>
          </a:prstGeom>
          <a:noFill/>
          <a:ln w="17780">
            <a:solidFill>
              <a:srgbClr val="9FC8C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234440" y="2331720"/>
            <a:ext cx="1234440" cy="411480"/>
          </a:xfrm>
          <a:prstGeom prst="roundRect">
            <a:avLst>
              <a:gd name="adj" fmla="val 26667"/>
            </a:avLst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235000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234440" y="3246120"/>
            <a:ext cx="1234440" cy="411480"/>
          </a:xfrm>
          <a:prstGeom prst="roundRect">
            <a:avLst>
              <a:gd name="adj" fmla="val 26667"/>
            </a:avLst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326440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34440" y="4160520"/>
            <a:ext cx="1234440" cy="411480"/>
          </a:xfrm>
          <a:prstGeom prst="roundRect">
            <a:avLst>
              <a:gd name="adj" fmla="val 26667"/>
            </a:avLst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417880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도훈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412480" y="2331720"/>
            <a:ext cx="1234440" cy="411480"/>
          </a:xfrm>
          <a:prstGeom prst="roundRect">
            <a:avLst>
              <a:gd name="adj" fmla="val 26667"/>
            </a:avLst>
          </a:prstGeom>
          <a:solidFill>
            <a:srgbClr val="EA5B36"/>
          </a:solidFill>
          <a:ln w="12700">
            <a:solidFill>
              <a:srgbClr val="EA5B3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235000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412480" y="3246120"/>
            <a:ext cx="1234440" cy="411480"/>
          </a:xfrm>
          <a:prstGeom prst="roundRect">
            <a:avLst>
              <a:gd name="adj" fmla="val 26667"/>
            </a:avLst>
          </a:prstGeom>
          <a:solidFill>
            <a:srgbClr val="EA5B36"/>
          </a:solidFill>
          <a:ln w="12700">
            <a:solidFill>
              <a:srgbClr val="EA5B3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326440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자료조사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12480" y="4160520"/>
            <a:ext cx="1234440" cy="411480"/>
          </a:xfrm>
          <a:prstGeom prst="roundRect">
            <a:avLst>
              <a:gd name="adj" fmla="val 26667"/>
            </a:avLst>
          </a:prstGeom>
          <a:solidFill>
            <a:srgbClr val="EA5B36"/>
          </a:solidFill>
          <a:ln w="12700">
            <a:solidFill>
              <a:srgbClr val="EA5B3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417880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54680" y="5230368"/>
            <a:ext cx="5897880" cy="594360"/>
          </a:xfrm>
          <a:prstGeom prst="roundRect">
            <a:avLst>
              <a:gd name="adj" fmla="val 15385"/>
            </a:avLst>
          </a:prstGeom>
          <a:solidFill>
            <a:srgbClr val="DDEFEF"/>
          </a:solidFill>
          <a:ln w="12700">
            <a:solidFill>
              <a:srgbClr val="DDEFE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5385816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간선 E  =  “해당 팀원이 이 역할을 맡을 수 있음”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298448" y="6089904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서로 같은 집합 안에서는 연결하지 않고, 팀원과 역할 사이만 연결합니다.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EA5B3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EA5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TRIAL &amp; ERROR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AI의 첫 번째 답: “앞에서부터 배정”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5029200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84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프롬프트의 핵심 요청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41832" y="2606040"/>
            <a:ext cx="4434840" cy="1508760"/>
          </a:xfrm>
          <a:prstGeom prst="roundRect">
            <a:avLst>
              <a:gd name="adj" fmla="val 7273"/>
            </a:avLst>
          </a:prstGeom>
          <a:solidFill>
            <a:srgbClr val="163A43"/>
          </a:solidFill>
          <a:ln w="12700">
            <a:solidFill>
              <a:srgbClr val="163A4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285292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“각 팀원의 선택 가능 역할을 받고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없는 1:1 역할 배정 결과를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만드는 웹 앱을 구현해 줘.”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4681728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A5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문제: 알고리즘 조건이 충분히 명확하지 않았습니다.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080760" y="1783080"/>
            <a:ext cx="5440680" cy="3520440"/>
          </a:xfrm>
          <a:prstGeom prst="roundRect">
            <a:avLst>
              <a:gd name="adj" fmla="val 4675"/>
            </a:avLst>
          </a:prstGeom>
          <a:solidFill>
            <a:srgbClr val="FBE4DC"/>
          </a:solidFill>
          <a:ln w="12700">
            <a:solidFill>
              <a:srgbClr val="FBE4D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084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제시한 탐욕적 방식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5786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A5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팀원부터 가능한 역할을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A5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하나씩 선택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543800" y="3429000"/>
            <a:ext cx="0" cy="886968"/>
          </a:xfrm>
          <a:prstGeom prst="line">
            <a:avLst/>
          </a:prstGeom>
          <a:noFill/>
          <a:ln w="29210">
            <a:solidFill>
              <a:srgbClr val="EA5B36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351776" y="4096512"/>
            <a:ext cx="384048" cy="320040"/>
          </a:xfrm>
          <a:prstGeom prst="downArrow">
            <a:avLst/>
          </a:prstGeom>
          <a:solidFill>
            <a:srgbClr val="EA5B36"/>
          </a:solidFill>
          <a:ln w="12700">
            <a:solidFill>
              <a:srgbClr val="EA5B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4988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뒤 팀원에게 가능한 역할이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남지 않는 경우가 발생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568756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탐욕적 선택은 “지금 가능”만 보며, 전체 완성 가능성은 보장하지 못합니다.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EA5B3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EA5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SOLUTION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백트래킹으로 가능한 조합을 끝까지 탐색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423160" cy="2651760"/>
          </a:xfrm>
          <a:prstGeom prst="roundRect">
            <a:avLst>
              <a:gd name="adj" fmla="val 603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4028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2257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 선택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5021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아직 배정되지 않은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팀원을 하나 고릅니다.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35808" y="3337560"/>
            <a:ext cx="347472" cy="0"/>
          </a:xfrm>
          <a:prstGeom prst="line">
            <a:avLst/>
          </a:prstGeom>
          <a:noFill/>
          <a:ln w="22860">
            <a:solidFill>
              <a:srgbClr val="EA5B36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273552" y="3200400"/>
            <a:ext cx="182880" cy="274320"/>
          </a:xfrm>
          <a:prstGeom prst="chevron">
            <a:avLst/>
          </a:prstGeom>
          <a:solidFill>
            <a:srgbClr val="EA5B36"/>
          </a:solidFill>
          <a:ln w="12700">
            <a:solidFill>
              <a:srgbClr val="EA5B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2011680"/>
            <a:ext cx="2423160" cy="2651760"/>
          </a:xfrm>
          <a:prstGeom prst="roundRect">
            <a:avLst>
              <a:gd name="adj" fmla="val 603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224028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32257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29718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시도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35021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가능한 역할 중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미사용 역할을 시도합니다.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16168" y="3337560"/>
            <a:ext cx="347472" cy="0"/>
          </a:xfrm>
          <a:prstGeom prst="line">
            <a:avLst/>
          </a:prstGeom>
          <a:noFill/>
          <a:ln w="22860">
            <a:solidFill>
              <a:srgbClr val="EA5B36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6153912" y="3200400"/>
            <a:ext cx="182880" cy="274320"/>
          </a:xfrm>
          <a:prstGeom prst="chevron">
            <a:avLst/>
          </a:prstGeom>
          <a:solidFill>
            <a:srgbClr val="EA5B36"/>
          </a:solidFill>
          <a:ln w="12700">
            <a:solidFill>
              <a:srgbClr val="EA5B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011680"/>
            <a:ext cx="2423160" cy="2651760"/>
          </a:xfrm>
          <a:prstGeom prst="roundRect">
            <a:avLst>
              <a:gd name="adj" fmla="val 603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224028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232257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29718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단계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35021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팀원도 배정 가능한지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재귀적으로 확인합니다.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796528" y="3337560"/>
            <a:ext cx="347472" cy="0"/>
          </a:xfrm>
          <a:prstGeom prst="line">
            <a:avLst/>
          </a:prstGeom>
          <a:noFill/>
          <a:ln w="22860">
            <a:solidFill>
              <a:srgbClr val="EA5B36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034272" y="3200400"/>
            <a:ext cx="182880" cy="274320"/>
          </a:xfrm>
          <a:prstGeom prst="chevron">
            <a:avLst/>
          </a:prstGeom>
          <a:solidFill>
            <a:srgbClr val="EA5B36"/>
          </a:solidFill>
          <a:ln w="12700">
            <a:solidFill>
              <a:srgbClr val="EA5B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89720" y="2011680"/>
            <a:ext cx="2423160" cy="2651760"/>
          </a:xfrm>
          <a:prstGeom prst="roundRect">
            <a:avLst>
              <a:gd name="adj" fmla="val 6038"/>
            </a:avLst>
          </a:prstGeom>
          <a:solidFill>
            <a:srgbClr val="FBE4DC"/>
          </a:solidFill>
          <a:ln w="12700">
            <a:solidFill>
              <a:srgbClr val="FBE4DC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18320" y="224028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A5B36"/>
          </a:solidFill>
          <a:ln w="12700">
            <a:solidFill>
              <a:srgbClr val="EA5B3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0" y="232257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18320" y="29718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되돌리기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418320" y="35021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막히면 이전 선택을 취소하고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역할을 시도합니다.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05840" y="539496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목표: 모든 팀원이 서로 다른 역할 하나씩을 갖는 완전 매칭을 찾는다.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EA5B3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EA5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VERIFICATION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 매칭 조건으로 결과를 검증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10607040" cy="795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965960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01168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83080" y="1947672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 수 = 역할 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83080" y="2258568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1:1 배정의 기본 전제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777240" y="2880360"/>
            <a:ext cx="10607040" cy="795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3063240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EA5B36"/>
          </a:solidFill>
          <a:ln w="12700">
            <a:solidFill>
              <a:srgbClr val="EA5B3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108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83080" y="3044952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필수 역할의 차수 ≥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83080" y="3355848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팀원도 맡을 수 없는 역할이 없어야 함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777240" y="3977640"/>
            <a:ext cx="10607040" cy="795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4160520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2062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83080" y="4142232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팀원 배정 완료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83080" y="4453128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중복과 누락 없이 결과가 완성되어야 함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1993392" y="5230368"/>
            <a:ext cx="8211312" cy="521208"/>
          </a:xfrm>
          <a:prstGeom prst="roundRect">
            <a:avLst>
              <a:gd name="adj" fmla="val 17544"/>
            </a:avLst>
          </a:prstGeom>
          <a:solidFill>
            <a:srgbClr val="DDEFEF"/>
          </a:solidFill>
          <a:ln w="12700">
            <a:solidFill>
              <a:srgbClr val="DDEFE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76272" y="5394960"/>
            <a:ext cx="7845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단, 이 조건은 필요조건입니다. 실제 완전 매칭의 존재 여부는 탐색 알고리즘으로 최종 확인합니다.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EA5B3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EA5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APPLICATION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알고리즘을 역할 분담 웹 앱으로 연결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49808" y="1938528"/>
            <a:ext cx="3246120" cy="288036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23042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EA5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24128" y="28346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4128" y="35387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팀원과 역할 목록,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가능 조건을 입력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78224" y="3090672"/>
            <a:ext cx="384048" cy="411480"/>
          </a:xfrm>
          <a:prstGeom prst="rightArrow">
            <a:avLst/>
          </a:prstGeom>
          <a:solidFill>
            <a:srgbClr val="EA5B36"/>
          </a:solidFill>
          <a:ln w="12700">
            <a:solidFill>
              <a:srgbClr val="EA5B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44568" y="1938528"/>
            <a:ext cx="3246120" cy="2880360"/>
          </a:xfrm>
          <a:prstGeom prst="roundRect">
            <a:avLst>
              <a:gd name="adj" fmla="val 6349"/>
            </a:avLst>
          </a:prstGeom>
          <a:solidFill>
            <a:srgbClr val="163A43"/>
          </a:solidFill>
          <a:ln w="12700">
            <a:solidFill>
              <a:srgbClr val="163A4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23042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4C9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818888" y="28346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연산부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18888" y="35387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7F1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이분 그래프 생성 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F1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백트래킹 매칭 탐색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72984" y="3090672"/>
            <a:ext cx="384048" cy="411480"/>
          </a:xfrm>
          <a:prstGeom prst="rightArrow">
            <a:avLst/>
          </a:prstGeom>
          <a:solidFill>
            <a:srgbClr val="EA5B36"/>
          </a:solidFill>
          <a:ln w="12700">
            <a:solidFill>
              <a:srgbClr val="EA5B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39328" y="1938528"/>
            <a:ext cx="3246120" cy="288036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13648" y="23042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EA5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613648" y="28346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출력부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13648" y="35387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중복·누락 없는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1:1 배정 결과를 표시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541324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바이브 코딩은 구현 속도를 높였고, 이산수학은 결과의 논리적 정확성을 보완했습니다.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EA5B3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EA5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RESULT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공정하고 빠른 팀 의사결정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783080" y="1874520"/>
            <a:ext cx="1051560" cy="1051560"/>
          </a:xfrm>
          <a:prstGeom prst="ellipse">
            <a:avLst/>
          </a:prstGeom>
          <a:solidFill>
            <a:srgbClr val="087E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83080" y="2185416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33375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공정성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388620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개인의 가능 조건을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동일하게 반영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212080" y="1874520"/>
            <a:ext cx="1051560" cy="1051560"/>
          </a:xfrm>
          <a:prstGeom prst="ellipse">
            <a:avLst/>
          </a:prstGeom>
          <a:solidFill>
            <a:srgbClr val="EA5B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2185416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34840" y="33375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신뢰성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34840" y="388620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중복·누락 없는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배정 결과 제공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41080" y="1874520"/>
            <a:ext cx="1051560" cy="1051560"/>
          </a:xfrm>
          <a:prstGeom prst="ellipse">
            <a:avLst/>
          </a:prstGeom>
          <a:solidFill>
            <a:srgbClr val="668A3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41080" y="2185416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63840" y="33375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효율성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863840" y="388620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조합 탐색 시간을 줄여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속도 향상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938528" y="5166360"/>
            <a:ext cx="8321040" cy="530352"/>
          </a:xfrm>
          <a:prstGeom prst="roundRect">
            <a:avLst>
              <a:gd name="adj" fmla="val 17241"/>
            </a:avLst>
          </a:prstGeom>
          <a:solidFill>
            <a:srgbClr val="FBE4DC"/>
          </a:solidFill>
          <a:ln w="12700">
            <a:solidFill>
              <a:srgbClr val="FBE4D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21408" y="5349240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조별 과제와 동아리 활동에서 역할 갈등을 줄이고, 합리적인 출발점을 제시합니다.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EA5B3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40" kern="0" dirty="0">
                <a:solidFill>
                  <a:srgbClr val="EA5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FUTURE WORK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“가능한 배정”에서 “더 만족스러운 배정”으로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49808" y="1783080"/>
            <a:ext cx="10698480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1965960"/>
            <a:ext cx="1965960" cy="429768"/>
          </a:xfrm>
          <a:prstGeom prst="roundRect">
            <a:avLst>
              <a:gd name="adj" fmla="val 17021"/>
            </a:avLst>
          </a:prstGeom>
          <a:solidFill>
            <a:srgbClr val="DDEFEF"/>
          </a:solidFill>
          <a:ln w="12700">
            <a:solidFill>
              <a:srgbClr val="DDEF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084832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Matching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3337560" y="19476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선호도 가중치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577840" y="19476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가능/불가(0/1)를 넘어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1~3순위 선호도를 반영합니다.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49808" y="2926080"/>
            <a:ext cx="10698480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3108960"/>
            <a:ext cx="1965960" cy="429768"/>
          </a:xfrm>
          <a:prstGeom prst="roundRect">
            <a:avLst>
              <a:gd name="adj" fmla="val 17021"/>
            </a:avLst>
          </a:prstGeom>
          <a:solidFill>
            <a:srgbClr val="FBE4DC"/>
          </a:solidFill>
          <a:ln w="12700">
            <a:solidFill>
              <a:srgbClr val="FBE4D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227832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EA5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Constraint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3337560" y="30906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다대다 매칭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577840" y="30906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사람이 여러 역할을 맡거나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역할을 여럿이 맡도록 확장합니다.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9808" y="4069080"/>
            <a:ext cx="10698480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" y="4251960"/>
            <a:ext cx="1965960" cy="429768"/>
          </a:xfrm>
          <a:prstGeom prst="roundRect">
            <a:avLst>
              <a:gd name="adj" fmla="val 17021"/>
            </a:avLst>
          </a:prstGeom>
          <a:solidFill>
            <a:srgbClr val="EEF1D6"/>
          </a:solidFill>
          <a:ln w="12700">
            <a:solidFill>
              <a:srgbClr val="EEF1D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370832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668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Feedback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337560" y="42336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검증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577840" y="42336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팀 활동에 적용하여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27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만족도와 사용성을 측정합니다.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400" y="546811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A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향후에는 수학적 모델의 표현력과 서비스의 실용성을 함께 넓혀 가겠습니다.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EA5B3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" y="7132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F4C9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406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수학적 모델링이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나은 협업을 만듭니다.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30632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5E6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 최적 역할 매칭 서비스 개발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76656" y="3703320"/>
            <a:ext cx="4078224" cy="0"/>
          </a:xfrm>
          <a:prstGeom prst="line">
            <a:avLst/>
          </a:prstGeom>
          <a:noFill/>
          <a:ln w="25400">
            <a:solidFill>
              <a:srgbClr val="EA5B36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76656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A5B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 &amp; A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8092440" y="3200400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92440" y="32186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92440" y="4251960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42702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104120" y="3200400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EA5B36"/>
          </a:solidFill>
          <a:ln w="12700">
            <a:solidFill>
              <a:srgbClr val="EA5B3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04120" y="32186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104120" y="4251960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EA5B36"/>
          </a:solidFill>
          <a:ln w="12700">
            <a:solidFill>
              <a:srgbClr val="EA5B3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04120" y="42702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98280" y="3401568"/>
            <a:ext cx="1005840" cy="1051560"/>
          </a:xfrm>
          <a:prstGeom prst="line">
            <a:avLst/>
          </a:prstGeom>
          <a:noFill/>
          <a:ln w="22860">
            <a:solidFill>
              <a:srgbClr val="B8D8BA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098280" y="4453128"/>
            <a:ext cx="1005840" cy="-1051560"/>
          </a:xfrm>
          <a:prstGeom prst="line">
            <a:avLst/>
          </a:prstGeom>
          <a:noFill/>
          <a:ln w="22860">
            <a:solidFill>
              <a:srgbClr val="F4C95D"/>
            </a:solidFill>
            <a:prstDash val="solid"/>
            <a:headEnd type="none"/>
            <a:tailEnd type="non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EA5B3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부산광역시교육청정보영재교육원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팀원 최적 역할 매칭 서비스 개발</dc:title>
  <dc:subject>팀원 최적 역할 매칭 서비스 개발</dc:subject>
  <dc:creator>배도훈</dc:creator>
  <cp:lastModifiedBy>배도훈</cp:lastModifiedBy>
  <cp:revision>1</cp:revision>
  <dcterms:created xsi:type="dcterms:W3CDTF">2026-07-29T01:16:17Z</dcterms:created>
  <dcterms:modified xsi:type="dcterms:W3CDTF">2026-07-29T01:16:17Z</dcterms:modified>
</cp:coreProperties>
</file>